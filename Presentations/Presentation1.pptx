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3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52A5-D477-A247-A2D2-0609F10D6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26F69-4748-080F-F058-0D8932440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17B5-5629-C944-BE81-69CAA249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0416-A8A8-059A-225B-A6124F7D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08683-32EE-DDC1-AB02-51FC3C98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A907-13C2-0F3B-00D4-252D80B4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E2FE-85D1-C8E1-B647-F1D96193F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3F92-6B85-B4D4-003C-7228BDDA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5AE3-7BAE-1F98-9B7A-BB53B536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1FC45-6DBE-F0F9-DCD7-04684F55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6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CBF6-ECB4-89E7-0916-F3E46FB5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14FF9-08C3-BEE7-7126-D9C9B6F3D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B47AA-2C30-B5B7-F2DC-BF09104F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9F68F-7051-DED0-2BBD-C673684F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AF1C-B50F-DEEA-C767-7047209D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8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810C-7717-F8F4-9BBF-7545E42E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082A5-E01A-96AE-B6B9-AC6AACDFB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47644-BEE1-99D3-00BD-70215FAE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CD81C-73EE-FF76-4008-53E8D747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567D7-12F6-74D5-A491-71C7550D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642D8-6982-AB94-17DE-0C1FD765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2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4A5D-5010-A903-7841-3B0CFA71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6445A-6F32-5DCF-74CF-29EE8FD61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47A7C-2453-7B22-8E60-BDF5189C7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600ED-F564-EB81-0E1A-127D27D74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3F98-7DED-59BD-83D6-C6C310338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D42501-A89A-F29D-DE4B-B1BF0CE2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190AD-1D31-C724-2219-A4066015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56F5D-2AED-7298-64CB-ED83EFF4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8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D5FD-6BF7-5C7F-3509-A25C379D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C2DC8-FB90-EEE0-40F3-9D840CCD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5D5C1-FE8E-6312-AFCE-14E6DDFD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9300B-D47A-6CC6-01E0-E2B71C4F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2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90ED2-46AA-8D71-798A-B7F9CD86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D708B-01F3-0D26-448E-ACA168BB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BBE8-FBCB-EAF2-F97F-C6423AFB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4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B6B7-6D2C-CD3D-9C9A-276C4CAE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20982-1B36-159B-22A1-3F09801D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4DCCF-D249-E553-50B5-682B3B021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9AA37-B88D-3DD4-149D-13C2586B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8B602-8E04-29FC-9ACC-4EFA85EC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A997D-8E29-3869-8835-161E7393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1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5511-5729-D283-8B78-08F15AF0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989CBA-EEE8-E02F-E498-39DB80848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6F760-9A01-A65F-47B2-4306623FE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344B3-CA32-2014-5080-4863CCA6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3A939-EB95-76A6-62F5-853506F7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873F1-B313-2440-F85F-7BCBBCCA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87BE-F338-AD38-7789-91D1B658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0E872-5383-90EC-A031-BF989310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9461-5AC7-039F-9731-E68D42B9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F8F63-EDE9-4A63-2261-F948C51D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8AD8-8126-21CA-1DF9-B3FFC1FE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6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0B345-40E5-A85A-F96F-B2269A603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18AB6-AA2B-619B-91E8-D7A4C3E91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6F559-04BC-B4EF-C6A9-B27A7C14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EDA83-8C01-2D14-641A-6EE8D411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8044A-A387-80D7-44A3-D63B3CF4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3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F8062-422A-00C8-EA40-FC4BF478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A43B8-E9B8-DCD8-53DB-CC093C474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64DE0-6763-FFEE-5427-3ABBE9861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C59FF-26D3-A3E6-8EFC-D023767F4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3618E-A26D-0C0B-22F5-D86F666D2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8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101B-0AB0-1E92-63D7-5615782C1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HRE Sluice Gate Culvert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E29B5-E52F-298B-07C1-7939A66896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83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E17B-33AB-3281-F85D-8C1EB3E0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47FF-93B1-546C-F635-F67D671E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0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C9F9-8EA5-9656-8FC6-D69376C1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831AA-77B2-7659-DA5E-89409D931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9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7520-5E4E-231E-CA6B-C3874E29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Scaled hydrograph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DD83-0913-DE88-72C9-F4B82DF2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49" y="1488982"/>
            <a:ext cx="3640097" cy="5146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57B212-F0EA-E007-BBB0-E9B46FB4B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451" y="1488982"/>
            <a:ext cx="3705092" cy="52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8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HRE Sluice Gate Culvert Modeling</vt:lpstr>
      <vt:lpstr>Research questions</vt:lpstr>
      <vt:lpstr>Experimental setup</vt:lpstr>
      <vt:lpstr>Scaled hydrograph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Yuewei Wang</dc:creator>
  <cp:lastModifiedBy>Claire Yuewei Wang</cp:lastModifiedBy>
  <cp:revision>1</cp:revision>
  <dcterms:created xsi:type="dcterms:W3CDTF">2025-11-14T14:58:57Z</dcterms:created>
  <dcterms:modified xsi:type="dcterms:W3CDTF">2025-11-14T15:05:32Z</dcterms:modified>
</cp:coreProperties>
</file>